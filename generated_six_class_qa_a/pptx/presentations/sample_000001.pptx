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811000" cy="1670684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4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83355" y="7727127"/>
            <a:ext cx="722840" cy="722840"/>
          </a:xfrm>
          <a:prstGeom prst="rect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298015" y="8594653"/>
            <a:ext cx="1056049" cy="1056049"/>
          </a:xfrm>
          <a:prstGeom prst="diamond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56679" y="2063780"/>
            <a:ext cx="968004" cy="968004"/>
          </a:xfrm>
          <a:prstGeom prst="rect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7066" y="12968429"/>
            <a:ext cx="398201" cy="398201"/>
          </a:xfrm>
          <a:prstGeom prst="ellipse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8077074" y="2456247"/>
            <a:ext cx="1049046" cy="1049046"/>
          </a:xfrm>
          <a:prstGeom prst="diamond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03489" y="2817743"/>
            <a:ext cx="963438" cy="963438"/>
          </a:xfrm>
          <a:prstGeom prst="rect">
            <a:avLst/>
          </a:prstGeom>
          <a:solidFill>
            <a:srgbClr val="AF7D42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7715" y="835342"/>
            <a:ext cx="8503920" cy="66827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6B2D20"/>
                </a:solidFill>
                <a:latin typeface="Arial"/>
              </a:rPr>
              <a:t>FIELD SUPPORT / XMC-5062-97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715" y="1670684"/>
            <a:ext cx="8976360" cy="334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1A12"/>
                </a:solidFill>
                <a:latin typeface="Arial"/>
              </a:rPr>
              <a:t>Public Index Updated Public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7715" y="5012054"/>
            <a:ext cx="7795260" cy="167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F614A"/>
                </a:solidFill>
                <a:latin typeface="Arial"/>
              </a:rPr>
              <a:t>Organizes tracks data notebook Data Services planning guide internal audits compact.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7715" y="7351013"/>
            <a:ext cx="6850379" cy="46779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F1A12"/>
                </a:solidFill>
                <a:latin typeface="Arial"/>
              </a:defRPr>
            </a:pPr>
            <a:r>
              <a:t>Reviews updates aligns route planner maintenance set focused planning guide.</a:t>
            </a:r>
          </a:p>
          <a:p>
            <a:pPr>
              <a:defRPr sz="1600">
                <a:solidFill>
                  <a:srgbClr val="1F1A12"/>
                </a:solidFill>
                <a:latin typeface="Arial"/>
              </a:defRPr>
            </a:pPr>
            <a:r>
              <a:t>Service quality notice energy usage Training public Field Support inventory review.</a:t>
            </a:r>
          </a:p>
          <a:p>
            <a:pPr>
              <a:defRPr sz="1600">
                <a:solidFill>
                  <a:srgbClr val="1F1A12"/>
                </a:solidFill>
                <a:latin typeface="Arial"/>
              </a:defRPr>
            </a:pPr>
            <a:r>
              <a:t>Notice public summary supports Logistics report rapid summary inventory review Research.</a:t>
            </a:r>
          </a:p>
          <a:p>
            <a:pPr>
              <a:defRPr sz="1600">
                <a:solidFill>
                  <a:srgbClr val="1F1A12"/>
                </a:solidFill>
                <a:latin typeface="Arial"/>
              </a:defRPr>
            </a:pPr>
            <a:r>
              <a:t>Program seasonal operations transport capacity measured roadmap inventory review Training compact measures overview.</a:t>
            </a:r>
          </a:p>
          <a:p>
            <a:pPr>
              <a:defRPr sz="1600">
                <a:solidFill>
                  <a:srgbClr val="1F1A12"/>
                </a:solidFill>
                <a:latin typeface="Arial"/>
              </a:defRPr>
            </a:pPr>
            <a:r>
              <a:t>Summary service desk Facilities sensor pack overview delivery routing.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5260" y="8353424"/>
            <a:ext cx="3070860" cy="1503616"/>
          </a:xfrm>
          <a:prstGeom prst="roundRect">
            <a:avLst/>
          </a:prstGeom>
          <a:solidFill>
            <a:srgbClr val="F8EFD9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6B2D20"/>
                </a:solidFill>
                <a:latin typeface="Arial"/>
              </a:rPr>
              <a:t>91%  Cost Index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95260" y="10358246"/>
            <a:ext cx="3070860" cy="1503616"/>
          </a:xfrm>
          <a:prstGeom prst="roundRect">
            <a:avLst/>
          </a:prstGeom>
          <a:solidFill>
            <a:srgbClr val="F8EFD9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6B2D20"/>
                </a:solidFill>
                <a:latin typeface="Arial"/>
              </a:rPr>
              <a:t>68%  Response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5260" y="12363068"/>
            <a:ext cx="3070860" cy="1503616"/>
          </a:xfrm>
          <a:prstGeom prst="roundRect">
            <a:avLst/>
          </a:prstGeom>
          <a:solidFill>
            <a:srgbClr val="F8EFD9"/>
          </a:solidFill>
          <a:ln>
            <a:solidFill>
              <a:srgbClr val="CDBB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 b="1">
                <a:solidFill>
                  <a:srgbClr val="6B2D20"/>
                </a:solidFill>
                <a:latin typeface="Arial"/>
              </a:rPr>
              <a:t>56% 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controlled-local-generator</dc:creator>
  <cp:keywords/>
  <dc:description>generated using python-pptx</dc:description>
  <cp:lastModifiedBy>controlled-local-generator</cp:lastModifiedBy>
  <cp:revision>1</cp:revision>
  <dcterms:created xsi:type="dcterms:W3CDTF">2020-01-01T00:00:00Z</dcterms:created>
  <dcterms:modified xsi:type="dcterms:W3CDTF">2020-01-01T00:00:00Z</dcterms:modified>
  <cp:category/>
</cp:coreProperties>
</file>